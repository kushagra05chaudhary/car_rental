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 Medium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0A8D83-1C4D-4547-A052-CE646071F9B6}">
  <a:tblStyle styleId="{740A8D83-1C4D-4547-A052-CE646071F9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70634" y="2148780"/>
            <a:ext cx="5850731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aSk Ren Platform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09937" y="3148905"/>
            <a:ext cx="55721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Modernizing Vehicle Rentals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09937" y="3956595"/>
            <a:ext cx="5572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Submitted by: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Kushagra Chaudhary, Shubh Sahu, Alok Kumar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19225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73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42950" y="1995821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1987085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aSk Ren is a comprehensive full-stack digital platform designed to modernize vehicle rental processes.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42950" y="3762860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754124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Facilitates seamless, trustworthy interactions between car owners and renting customers.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42950" y="4515335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4506599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centralized administrative approval workflow significantly improves transparency and eliminates manual errors.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42950" y="2713351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270461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Replaces legacy manual record-keeping with an automated, secure, and scalable system using Django and MySQL.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1922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0985"/>
            <a:ext cx="5286375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90985"/>
            <a:ext cx="52863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62025" y="228151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Problem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2795860"/>
            <a:ext cx="4505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Traditional car rental services frequently depend on manual logs and physical verifications, leading to operational inefficiencies and data inconsistencies. Furthermore, the lack of a structured onboarding mechanism for car owners limits overall business growth and user trust.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228151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Objectives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2795860"/>
            <a:ext cx="4505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Digitize the conventional vehicle rental ecosystem into a unified platform. Implement a secure, role-based access control (RBAC) system. Enable real-time tracking of vehicle availability to prevent over-bookings, and provide a comprehensive administrative dashboard for monitoring activities.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Challenge &amp; The Goal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555069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1707523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Three-Tier Design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2221873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aSk Ren platform utilizes a modular architecture ensuring clean separation of concerns: a Presentation Layer (Frontend), an Application Layer (Backend), and a Database Layer (Storage).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3593473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This architecture handles HTTP requests, routes them through Django views and business logic, and securely queries the MySQL database, facilitating highly independent scaling and robust performance.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14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5214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52140"/>
            <a:ext cx="342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605915" y="2980840"/>
            <a:ext cx="13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Frontend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40566" y="3495200"/>
            <a:ext cx="2926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Tailwind CSS is utilized for a highly responsive, modern UI design, accompanied by standard HTML5 and vanilla JavaScript for interactive elements.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435917" y="2980840"/>
            <a:ext cx="13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76775" y="3495190"/>
            <a:ext cx="2838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Django (Python) powers the core business logic, view orchestration, form validation, and the complete backend booking engine.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185910" y="2980840"/>
            <a:ext cx="14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Database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86775" y="3495190"/>
            <a:ext cx="2838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MySQL serves as the central storage solution, ensuring robust relational data storage, fast querying, and strict referential integrity.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27599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27599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27599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821"/>
            <a:ext cx="5286375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5821"/>
            <a:ext cx="52863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962025" y="2386346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Relational Schema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62025" y="2900696"/>
            <a:ext cx="4505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database schema guarantees data integrity utilizing primary and foreign keys. The core entities include Users, Cars, Bookings, Reviews, and Payments, perfectly mapping the interactions between a renter and a vehicle owner.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24650" y="2386346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Logical Data Flow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24650" y="2900696"/>
            <a:ext cx="4505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application follows a strict data flow hierarchy: Authentication (RBAC verification), Car Inventory Management (adding/updating), the Booking Engine (availability checks), Payment Processing (transactions), and overarching Admin Monitoring.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Database &amp; Data 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047750" y="2685989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Customer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central hub for renters to browse the fleet with robust filters, check real-time availability, manage their active/past bookings, and process secure payments.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47750" y="3533714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Owner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 comprehensive management suite for car owners to onboard new vehicles, manage availability calendars, review rental requests, and track their financial earnings.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47750" y="4381439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Admin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centralized control panel allowing platform administrators to approve new listings, oversee user activity, suspend accounts, and generate deep analytical revenue reports.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027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480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5726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1244195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Core Platform Modules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1922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742950" y="170752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09625" y="1707523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Users select precise pickup and drop-off dates, times, and locations via an intuitive interface.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42950" y="2459998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09625" y="2459998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Django backend performs real-time availability checks to instantly prevent double-booking scenarios.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42950" y="3212473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09625" y="3212473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Transactions are processed securely through integrated third-party gateways (e.g., Razorpay), guaranteeing full PCI compliance.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42950" y="4269748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09625" y="4269748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Successful payments automatically finalize the reservation, update vehicle status, and trigger confirmation notifications.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1922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Booking &amp; Payment 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571500" y="1419225"/>
            <a:ext cx="11049000" cy="386893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571500" y="1419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{740A8D83-1C4D-4547-A052-CE646071F9B6}</a:tableStyleId>
              </a:tblPr>
              <a:tblGrid>
                <a:gridCol w="2112175"/>
                <a:gridCol w="2134050"/>
                <a:gridCol w="6802775"/>
              </a:tblGrid>
              <a:tr h="96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Responsibilities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6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Tech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Kushagra Chaudhary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Users, Booking &amp; Payment features. Overall system architecture.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Full Stack 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Shubh Sahu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Accounts management and comprehensive administrative dashboard interfaces.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Full Stack 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Alok Kumar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Car management algorithms, Owner dashboard features, and review systems.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1"/>
          <p:cNvSpPr/>
          <p:nvPr/>
        </p:nvSpPr>
        <p:spPr>
          <a:xfrm>
            <a:off x="571500" y="2168723"/>
            <a:ext cx="2112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683668" y="2168723"/>
            <a:ext cx="2134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17715" y="2168723"/>
            <a:ext cx="680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3206948"/>
            <a:ext cx="2112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683668" y="3206948"/>
            <a:ext cx="2134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817715" y="3206948"/>
            <a:ext cx="680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4245173"/>
            <a:ext cx="2112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683668" y="4245173"/>
            <a:ext cx="2134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817715" y="4245173"/>
            <a:ext cx="6802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Development Team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71500" y="676336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Platform Advantages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047750" y="2056975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Real-time Availability Tracking: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system maintains strict concurrency controls, ensuring accurate vehicle status and preventing any possibility of over-bookings.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047750" y="2904700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Secure Role-Based Access: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Enforces strict authorization permission levels across the platform, safely protecting sensitive personal user profiles and financial transaction data.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047750" y="3752425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Scalable Modular Architecture: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The division of functionality into distinct Django apps makes the entire software ecosystem highly maintainable, testable, and flexible for future growth.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2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89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671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236" y="4204104"/>
            <a:ext cx="254124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6155" y="1422804"/>
            <a:ext cx="254124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2075" y="4204104"/>
            <a:ext cx="254124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87995" y="1118004"/>
            <a:ext cx="254124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580236" y="3851679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26731" y="4404129"/>
            <a:ext cx="22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Phase 1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780261" y="4756554"/>
            <a:ext cx="2141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Mobile Apps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Bringing core functionality to native Android and iOS architectures.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562651" y="1622829"/>
            <a:ext cx="22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Phase 2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616180" y="1975254"/>
            <a:ext cx="2141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AI Pricing Engine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Dynamic rate scaling proportional to demand, weather, and season.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98571" y="4404129"/>
            <a:ext cx="22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Phase 3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452100" y="4756554"/>
            <a:ext cx="2141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GPS Tracking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Embedding tracking APIs in rental cars for precise operational oversight.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234491" y="1318029"/>
            <a:ext cx="22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Phase 4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288020" y="1670454"/>
            <a:ext cx="2141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Advanced 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Implementing complex visualization charts utilizing libraries like D3.js.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1736556" y="375642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4572476" y="375642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408395" y="375642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10244315" y="375642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571500"/>
            <a:ext cx="116016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Future Enhancements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28850"/>
            <a:ext cx="85725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1995487" y="2609850"/>
            <a:ext cx="82010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Driving the Future of Rentals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190750" y="2886075"/>
            <a:ext cx="7810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The aSk Ren Car Rental platform provides a secure, modular foundation for online vehicle commerce. Transitioning from legacy manual procedures to this robust Django-MySQL digital landscape yields extensive time and capital savings, paving the way for scalable, automated logistics.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295275" y="2379315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34937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Thank you for exploring the aSk Ren Platform.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4240410"/>
            <a:ext cx="11049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Roboto Medium"/>
                <a:ea typeface="Roboto Medium"/>
                <a:cs typeface="Roboto Medium"/>
                <a:sym typeface="Roboto Medium"/>
              </a:rPr>
              <a:t>Kushagra Chaudhary | Shubh Sahu | Alok Kumar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/>
          <p:nvPr/>
        </p:nvSpPr>
        <p:spPr>
          <a:xfrm>
            <a:off x="571500" y="141922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71500" y="240208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571500" y="318685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571500" y="2392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571500" y="2392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39621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77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1666875" y="15621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https://static.vecteezy.com/system/resources/previews/055/946/919/non_2x/a-sophisticated-black-luxury-car-is-prominently-displayed-in-a-modern-dealership-bright-lighting-highlights-its-sleek-design-while-other-luxury-vehicles-are-visible-in-the-background-photo.jpeg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666875" y="20059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pic>
        <p:nvPicPr>
          <p:cNvPr descr="image.png" id="269" name="Google Shape;2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51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1666875" y="25449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https://upload.wikimedia.org/wikipedia/commons/b/b5/Cloud_computing.svg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666875" y="2790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en.wikipedia.org</a:t>
            </a:r>
            <a:endParaRPr/>
          </a:p>
        </p:txBody>
      </p:sp>
      <p:pic>
        <p:nvPicPr>
          <p:cNvPr descr="image.png" id="272" name="Google Shape;2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362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1666875" y="33297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https://static.vecteezy.com/system/resources/previews/053/874/507/non_2x/transaction-complete-mobile-screen-displaying-payment-success-vector.jpg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666875" y="35754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pic>
        <p:nvPicPr>
          <p:cNvPr descr="image.png" id="275" name="Google Shape;27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01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666875" y="41145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https://media.istockphoto.com/id/2174588833/photo/man-driving-modern-car-from-rear-view-on-the-highway-hands-on-the-steering-wheel.jpg?s=612x612&amp;w=0&amp;k=20&amp;c=LRbrGZebZ7OA6EM8zyXUOA0yFYo-1CNWpl50iR8UV88=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666875" y="4558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www.istockphoto.com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